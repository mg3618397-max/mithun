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7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5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8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5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37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69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4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0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19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4228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66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9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8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50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1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36B5F-883E-4512-B43B-49A75DB1C7C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3FC60-9FDE-4E69-981C-8750648E1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58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  <p:sldLayoutId id="2147483966" r:id="rId13"/>
    <p:sldLayoutId id="2147483967" r:id="rId14"/>
    <p:sldLayoutId id="2147483968" r:id="rId15"/>
    <p:sldLayoutId id="2147483969" r:id="rId16"/>
    <p:sldLayoutId id="214748397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4164-2AA0-4BE1-C8AE-5D72FBA03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5321" y="-317240"/>
            <a:ext cx="9230703" cy="2574119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</a:t>
            </a: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C20C8-B8FE-8DD2-00F7-144C292C1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508" y="2127379"/>
            <a:ext cx="8024327" cy="325923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STUDENT NAME: </a:t>
            </a:r>
            <a:r>
              <a:rPr lang="en-US" sz="2400" b="1" dirty="0">
                <a:solidFill>
                  <a:schemeClr val="bg1"/>
                </a:solidFill>
              </a:rPr>
              <a:t>Mithun G</a:t>
            </a:r>
          </a:p>
          <a:p>
            <a:pPr algn="l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REGISTER NO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NMID:</a:t>
            </a:r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212403730/asunm1453212403730</a:t>
            </a:r>
            <a:endParaRPr lang="en-US" sz="2400" b="1" dirty="0">
              <a:solidFill>
                <a:schemeClr val="bg2">
                  <a:lumMod val="50000"/>
                </a:schemeClr>
              </a:solidFill>
              <a:cs typeface="Calibri"/>
            </a:endParaRPr>
          </a:p>
          <a:p>
            <a:pPr algn="l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DEPARTMENT: </a:t>
            </a:r>
            <a:r>
              <a:rPr lang="en-US" sz="2400" b="1" dirty="0">
                <a:solidFill>
                  <a:schemeClr val="bg1"/>
                </a:solidFill>
              </a:rPr>
              <a:t>BCA</a:t>
            </a:r>
          </a:p>
          <a:p>
            <a:pPr algn="l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COLLEGE: 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:</a:t>
            </a:r>
            <a:r>
              <a:rPr lang="en-US" sz="2400" b="1" dirty="0">
                <a:solidFill>
                  <a:schemeClr val="bg1"/>
                </a:solidFill>
              </a:rPr>
              <a:t>Vel Tech Ranga </a:t>
            </a:r>
            <a:r>
              <a:rPr lang="en-US" sz="2400" b="1" dirty="0" err="1">
                <a:solidFill>
                  <a:schemeClr val="bg1"/>
                </a:solidFill>
              </a:rPr>
              <a:t>Sanku</a:t>
            </a:r>
            <a:r>
              <a:rPr lang="en-US" sz="2400" b="1" dirty="0">
                <a:solidFill>
                  <a:schemeClr val="bg1"/>
                </a:solidFill>
              </a:rPr>
              <a:t> Arts College/University of Madras</a:t>
            </a:r>
          </a:p>
          <a:p>
            <a:pPr algn="l"/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           </a:t>
            </a:r>
            <a:endParaRPr lang="en-IN" sz="2400" b="1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188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5135-1BAC-A7B0-4B4B-C085CAEC2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03" y="389240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/>
              <a:t>PROJECT TITLE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C0B11-D6BF-7655-6572-5E0F11375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79" y="1276428"/>
            <a:ext cx="10058400" cy="402336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  <a:latin typeface="Algerian" panose="04020705040A02060702" pitchFamily="82" charset="0"/>
              </a:rPr>
              <a:t>STUDENT DIGITAL PORTFOLIO USING FRONT AND DEVLOPMENT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47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749DDE-7772-38A0-825D-BACE7ADAA541}"/>
              </a:ext>
            </a:extLst>
          </p:cNvPr>
          <p:cNvSpPr txBox="1"/>
          <p:nvPr/>
        </p:nvSpPr>
        <p:spPr>
          <a:xfrm>
            <a:off x="4366727" y="243513"/>
            <a:ext cx="71515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spc="25" dirty="0"/>
              <a:t>A</a:t>
            </a:r>
            <a:r>
              <a:rPr lang="en-US" sz="4400" b="1" u="sng" spc="-5" dirty="0"/>
              <a:t>G</a:t>
            </a:r>
            <a:r>
              <a:rPr lang="en-US" sz="4400" b="1" u="sng" spc="-35" dirty="0"/>
              <a:t>E</a:t>
            </a:r>
            <a:r>
              <a:rPr lang="en-US" sz="4400" b="1" u="sng" spc="15" dirty="0"/>
              <a:t>N</a:t>
            </a:r>
            <a:r>
              <a:rPr lang="en-US" sz="4400" b="1" u="sng" dirty="0"/>
              <a:t>DA</a:t>
            </a:r>
          </a:p>
        </p:txBody>
      </p:sp>
      <p:sp>
        <p:nvSpPr>
          <p:cNvPr id="4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615144" y="1012954"/>
            <a:ext cx="532737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20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CA6FF-9B48-EBF7-8A2F-DD8868CFB506}"/>
              </a:ext>
            </a:extLst>
          </p:cNvPr>
          <p:cNvSpPr txBox="1"/>
          <p:nvPr/>
        </p:nvSpPr>
        <p:spPr>
          <a:xfrm>
            <a:off x="3240630" y="97416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/>
              <a:t>WHO ARE THE END USERS ?</a:t>
            </a:r>
            <a:r>
              <a:rPr lang="en-US" sz="3600" u="sng" dirty="0"/>
              <a:t> 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53CA3-A2DA-09BB-4B2E-3BFB93439CE2}"/>
              </a:ext>
            </a:extLst>
          </p:cNvPr>
          <p:cNvSpPr txBox="1"/>
          <p:nvPr/>
        </p:nvSpPr>
        <p:spPr>
          <a:xfrm>
            <a:off x="2970854" y="827722"/>
            <a:ext cx="7354957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1.students: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Use it for academic projects and resumes.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Helps showcase skills learning in a practical format.</a:t>
            </a:r>
          </a:p>
          <a:p>
            <a:r>
              <a:rPr lang="en-US" sz="2400" dirty="0"/>
              <a:t>2.Job seekers: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Share their work with recruiters.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Demonstrate technical ability and creativity.</a:t>
            </a:r>
          </a:p>
          <a:p>
            <a:r>
              <a:rPr lang="en-US" sz="2400" dirty="0"/>
              <a:t>3.Freelancers: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Present projects or prototypes to clients.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Aids in securing freelance gigs by showing live examples.</a:t>
            </a:r>
          </a:p>
          <a:p>
            <a:r>
              <a:rPr lang="en-US" sz="2400" dirty="0"/>
              <a:t>4.professionals: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Highlights work experience and achievements.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Build portfolios and dashboards for professional growth.</a:t>
            </a:r>
          </a:p>
          <a:p>
            <a:endParaRPr lang="en-US" sz="2400" dirty="0"/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2013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0F623E-634B-72DE-F458-1EB76B6C7E0A}"/>
              </a:ext>
            </a:extLst>
          </p:cNvPr>
          <p:cNvSpPr txBox="1"/>
          <p:nvPr/>
        </p:nvSpPr>
        <p:spPr>
          <a:xfrm>
            <a:off x="4034543" y="97957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/>
              <a:t>PROJECT VIEW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03ACF-4C69-612C-7322-D87B430388D0}"/>
              </a:ext>
            </a:extLst>
          </p:cNvPr>
          <p:cNvSpPr txBox="1"/>
          <p:nvPr/>
        </p:nvSpPr>
        <p:spPr>
          <a:xfrm>
            <a:off x="1949151" y="893157"/>
            <a:ext cx="694413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Developed a personal portfolio website to showcase my works and skills.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Build using HTML for structure, CSS for styling , and JavaScript for  interactivity.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The site features key sections: Home, About, Projects, and contacts.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Clean and modern UI using the Poppins font and color palette(#f8f9fa,#1a0b0b).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Navigation bar allows smooth access to different sections of the page 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Introduction basic interactivity using JavaScript (Ex. form submission alert).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Designed for responsiveness and simplicity-ideal for both desktop and mobile users.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Highlighted personal branching with, roles, and a “view my work” call-to-action.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Aimed at demonstrating front-end-development skills and UI/UX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17841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182E02-3F04-E76C-1EB5-520A290BC152}"/>
              </a:ext>
            </a:extLst>
          </p:cNvPr>
          <p:cNvSpPr txBox="1"/>
          <p:nvPr/>
        </p:nvSpPr>
        <p:spPr>
          <a:xfrm>
            <a:off x="2995126" y="777389"/>
            <a:ext cx="6926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TOOLS AND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059BD-A08D-C97E-E4FA-BEA6DBDFF92F}"/>
              </a:ext>
            </a:extLst>
          </p:cNvPr>
          <p:cNvSpPr txBox="1"/>
          <p:nvPr/>
        </p:nvSpPr>
        <p:spPr>
          <a:xfrm>
            <a:off x="3333936" y="2110293"/>
            <a:ext cx="61026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HTML is a structure(Page, Sections).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CSS used for styling(Colors, Layout, Responsiveness).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JAVASCRIPT  is a interactivity(navigation Menu, Animation, form validation).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CODERPEN and hosting platform(GitHub pages).</a:t>
            </a:r>
          </a:p>
        </p:txBody>
      </p:sp>
    </p:spTree>
    <p:extLst>
      <p:ext uri="{BB962C8B-B14F-4D97-AF65-F5344CB8AC3E}">
        <p14:creationId xmlns:p14="http://schemas.microsoft.com/office/powerpoint/2010/main" val="1068066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AD7909-C9AB-F2AB-B544-0ECAC94D3D2E}"/>
              </a:ext>
            </a:extLst>
          </p:cNvPr>
          <p:cNvSpPr txBox="1"/>
          <p:nvPr/>
        </p:nvSpPr>
        <p:spPr>
          <a:xfrm>
            <a:off x="2780522" y="321756"/>
            <a:ext cx="6363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PORTFOLIO DESIGN AND LAYOUT </a:t>
            </a:r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E42505-4884-5ECA-79B9-4A65A9D9F8F5}"/>
              </a:ext>
            </a:extLst>
          </p:cNvPr>
          <p:cNvSpPr txBox="1"/>
          <p:nvPr/>
        </p:nvSpPr>
        <p:spPr>
          <a:xfrm>
            <a:off x="1894114" y="1509549"/>
            <a:ext cx="78218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/>
              <a:t> 1.Sections: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Hero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Project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Contact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Header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Footer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About section.</a:t>
            </a:r>
          </a:p>
          <a:p>
            <a:r>
              <a:rPr lang="en-US" sz="2800" dirty="0"/>
              <a:t> 2.Home / about me.</a:t>
            </a:r>
          </a:p>
          <a:p>
            <a:r>
              <a:rPr lang="en-US" sz="2800" dirty="0"/>
              <a:t> 3.Skills.</a:t>
            </a:r>
          </a:p>
          <a:p>
            <a:r>
              <a:rPr lang="en-US" sz="2800" dirty="0"/>
              <a:t> 4.contact.</a:t>
            </a:r>
          </a:p>
          <a:p>
            <a:r>
              <a:rPr lang="en-US" sz="2800" dirty="0"/>
              <a:t> 5.Responsive layout(</a:t>
            </a:r>
            <a:r>
              <a:rPr lang="en-US" sz="2800" dirty="0" err="1"/>
              <a:t>Mobile+Destop</a:t>
            </a:r>
            <a:r>
              <a:rPr lang="en-US" sz="2800" dirty="0"/>
              <a:t> view).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387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BD9D5D-CFFE-784E-3FA6-D907EC811BAA}"/>
              </a:ext>
            </a:extLst>
          </p:cNvPr>
          <p:cNvSpPr txBox="1"/>
          <p:nvPr/>
        </p:nvSpPr>
        <p:spPr>
          <a:xfrm>
            <a:off x="3044687" y="586124"/>
            <a:ext cx="61026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FEATURES AND FUNCTONALITY</a:t>
            </a:r>
            <a:endParaRPr lang="en-US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E9393-4998-5509-F553-B00B82B81C48}"/>
              </a:ext>
            </a:extLst>
          </p:cNvPr>
          <p:cNvSpPr txBox="1"/>
          <p:nvPr/>
        </p:nvSpPr>
        <p:spPr>
          <a:xfrm>
            <a:off x="1007165" y="1549281"/>
            <a:ext cx="846482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/>
              <a:t>Navigation bar with smooth scrolling.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/>
              <a:t>Personal branding.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/>
              <a:t>Project  showcase with images/details.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/>
              <a:t>Responsive design.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/>
              <a:t>CSS styling &amp; resets.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/>
              <a:t>Animation/Transition.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/>
              <a:t>Sematic HTML.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/>
              <a:t>Form handling with JavaScript.</a:t>
            </a:r>
          </a:p>
        </p:txBody>
      </p:sp>
    </p:spTree>
    <p:extLst>
      <p:ext uri="{BB962C8B-B14F-4D97-AF65-F5344CB8AC3E}">
        <p14:creationId xmlns:p14="http://schemas.microsoft.com/office/powerpoint/2010/main" val="2719524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1F80-1C9F-37E7-EAF3-32EAC7735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058" y="347911"/>
            <a:ext cx="8596668" cy="939011"/>
          </a:xfrm>
        </p:spPr>
        <p:txBody>
          <a:bodyPr/>
          <a:lstStyle/>
          <a:p>
            <a:r>
              <a:rPr lang="en-US" sz="4000" b="1" u="sng" dirty="0">
                <a:solidFill>
                  <a:schemeClr val="tx1"/>
                </a:solidFill>
              </a:rPr>
              <a:t>RESULTS</a:t>
            </a:r>
            <a:r>
              <a:rPr lang="en-US" b="1" u="sng" dirty="0">
                <a:solidFill>
                  <a:schemeClr val="tx1"/>
                </a:solidFill>
              </a:rPr>
              <a:t> AND SCREENSHOTS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FA7B39-D41C-1537-5963-D9727283B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289" y="1648840"/>
            <a:ext cx="2344122" cy="52091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40FF02-369A-9B07-6870-418E53B9D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65" y="1606851"/>
            <a:ext cx="2344122" cy="520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7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DD0E-D94B-BF1C-23EC-7B5708D4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982" y="773505"/>
            <a:ext cx="5667483" cy="755374"/>
          </a:xfrm>
        </p:spPr>
        <p:txBody>
          <a:bodyPr>
            <a:noAutofit/>
          </a:bodyPr>
          <a:lstStyle/>
          <a:p>
            <a:r>
              <a:rPr lang="en-US" sz="4800" b="1" u="sng" dirty="0"/>
              <a:t>CONCLUSION</a:t>
            </a:r>
            <a:endParaRPr lang="en-US" sz="4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5D64C-BBC4-5EC1-2E66-B7C212C4D046}"/>
              </a:ext>
            </a:extLst>
          </p:cNvPr>
          <p:cNvSpPr txBox="1"/>
          <p:nvPr/>
        </p:nvSpPr>
        <p:spPr>
          <a:xfrm>
            <a:off x="1797666" y="2214868"/>
            <a:ext cx="85966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dirty="0"/>
              <a:t>The digital portfolio is a modern way to present yourself professionally online.it demonstrate not just  content but also your ability to design and delay a product.</a:t>
            </a:r>
          </a:p>
        </p:txBody>
      </p:sp>
    </p:spTree>
    <p:extLst>
      <p:ext uri="{BB962C8B-B14F-4D97-AF65-F5344CB8AC3E}">
        <p14:creationId xmlns:p14="http://schemas.microsoft.com/office/powerpoint/2010/main" val="3030752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218</TotalTime>
  <Words>441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Calibri</vt:lpstr>
      <vt:lpstr>Roboto</vt:lpstr>
      <vt:lpstr>Times New Roman</vt:lpstr>
      <vt:lpstr>Tw Cen MT</vt:lpstr>
      <vt:lpstr>Wingdings</vt:lpstr>
      <vt:lpstr>Circuit</vt:lpstr>
      <vt:lpstr>  Digital Portfolio  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SCREENSHOTS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creator>Admin</dc:creator>
  <cp:lastModifiedBy>Naveenkumar R</cp:lastModifiedBy>
  <cp:revision>9</cp:revision>
  <dcterms:created xsi:type="dcterms:W3CDTF">2025-09-11T17:22:27Z</dcterms:created>
  <dcterms:modified xsi:type="dcterms:W3CDTF">2025-09-12T08:20:09Z</dcterms:modified>
</cp:coreProperties>
</file>